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v8+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July 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to do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Store tools outputs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Refactor</a:t>
            </a:r>
            <a:r>
              <a:rPr lang="en-US" dirty="0">
                <a:cs typeface="Courier New" panose="02070309020205020404" pitchFamily="49" charset="0"/>
              </a:rPr>
              <a:t>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message-bus</a:t>
            </a:r>
          </a:p>
          <a:p>
            <a:r>
              <a:rPr lang="en-US" dirty="0">
                <a:cs typeface="Courier New" panose="02070309020205020404" pitchFamily="49" charset="0"/>
              </a:rPr>
              <a:t>Memory</a:t>
            </a:r>
          </a:p>
          <a:p>
            <a:pPr lvl="1"/>
            <a:r>
              <a:rPr lang="en-US" b="1" dirty="0"/>
              <a:t>Utilize</a:t>
            </a:r>
            <a:r>
              <a:rPr lang="en-US" dirty="0"/>
              <a:t>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</a:t>
            </a:r>
          </a:p>
          <a:p>
            <a:r>
              <a:rPr lang="en-US" dirty="0">
                <a:cs typeface="Courier New" panose="02070309020205020404" pitchFamily="49" charset="0"/>
              </a:rPr>
              <a:t>Simulation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alarm-feed simulation for controlled/repeatable </a:t>
            </a:r>
            <a:r>
              <a:rPr lang="en-US" i="1" dirty="0">
                <a:cs typeface="Courier New" panose="02070309020205020404" pitchFamily="49" charset="0"/>
              </a:rPr>
              <a:t>testing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Solutions: </a:t>
            </a:r>
          </a:p>
          <a:p>
            <a:pPr lvl="4"/>
            <a:r>
              <a:rPr lang="en-US" i="1" dirty="0"/>
              <a:t>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</a:p>
          <a:p>
            <a:pPr marL="0" lvl="4" indent="0">
              <a:buNone/>
            </a:pPr>
            <a:r>
              <a:rPr lang="en-US" sz="400" b="1" dirty="0"/>
              <a:t>	</a:t>
            </a:r>
            <a:r>
              <a:rPr lang="en-US" b="1" dirty="0"/>
              <a:t>OR</a:t>
            </a:r>
          </a:p>
          <a:p>
            <a:pPr lvl="4"/>
            <a:r>
              <a:rPr lang="en-US" dirty="0"/>
              <a:t>Utilize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 </a:t>
            </a:r>
          </a:p>
        </p:txBody>
      </p:sp>
      <p:pic>
        <p:nvPicPr>
          <p:cNvPr id="4" name="Picture 3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EA7CE54B-6ED9-09AA-3329-3EB71BCD44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1304" y="5039634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Enhance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: Handle parallel NE chains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25600</TotalTime>
  <Words>2374</Words>
  <Application>Microsoft Office PowerPoint</Application>
  <PresentationFormat>Widescreen</PresentationFormat>
  <Paragraphs>153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v8+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164</cp:revision>
  <dcterms:created xsi:type="dcterms:W3CDTF">2025-05-16T21:04:11Z</dcterms:created>
  <dcterms:modified xsi:type="dcterms:W3CDTF">2026-04-06T20:51:14Z</dcterms:modified>
</cp:coreProperties>
</file>