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3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2025-07-07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ext.net.nokia.com/display/~rpirbhai/How+to+Make+Sense+of+Failures+and+Alarms+in+Your+Networ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June 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 (ongoing)</a:t>
            </a:r>
          </a:p>
          <a:p>
            <a:pPr lvl="2"/>
            <a:r>
              <a:rPr lang="en-US" b="1" dirty="0">
                <a:cs typeface="Courier New" panose="02070309020205020404" pitchFamily="49" charset="0"/>
              </a:rPr>
              <a:t>TODO: </a:t>
            </a:r>
            <a:r>
              <a:rPr lang="en-US" dirty="0">
                <a:cs typeface="Courier New" panose="02070309020205020404" pitchFamily="49" charset="0"/>
              </a:rPr>
              <a:t>Handle parallel NE chains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performs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Refactor</a:t>
            </a:r>
            <a:r>
              <a:rPr lang="en-US" dirty="0">
                <a:cs typeface="Courier New" panose="02070309020205020404" pitchFamily="49" charset="0"/>
              </a:rPr>
              <a:t>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Redis message-bus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Solution: 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lvl="1"/>
            <a:r>
              <a:rPr lang="en-US" sz="1200" dirty="0">
                <a:cs typeface="Courier New" panose="02070309020205020404" pitchFamily="49" charset="0"/>
                <a:hlinkClick r:id="rId3"/>
              </a:rPr>
              <a:t>https://confluence.ext.net.nokia.com/display/~rpirbhai/How+to+Make+Sense+of+Failures+and+Alarms+in+Your+Network</a:t>
            </a:r>
            <a:endParaRPr lang="en-US" sz="1200" dirty="0"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Cache results/data from tools calls for future look-ups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Enhanced performance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24582</TotalTime>
  <Words>2388</Words>
  <Application>Microsoft Office PowerPoint</Application>
  <PresentationFormat>Widescreen</PresentationFormat>
  <Paragraphs>149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152</cp:revision>
  <dcterms:created xsi:type="dcterms:W3CDTF">2025-05-16T21:04:11Z</dcterms:created>
  <dcterms:modified xsi:type="dcterms:W3CDTF">2025-07-07T18:48:54Z</dcterms:modified>
</cp:coreProperties>
</file>