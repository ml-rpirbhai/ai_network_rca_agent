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74" r:id="rId15"/>
    <p:sldId id="265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2025-07-07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1E9D-1252-7F0C-EE2E-3A9D121D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F8560-D32E-4243-F45E-2F1EAF468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86CBA-E59B-1C73-B1CF-3ACCE8B60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011D8-5837-39E9-BE22-5D29F32EAB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4737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ext.net.nokia.com/display/~rpirbhai/How+to+Make+Sense+of+Failures+and+Alarms+in+Your+Networ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v8+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>
                <a:solidFill>
                  <a:schemeClr val="tx1">
                    <a:lumMod val="85000"/>
                  </a:schemeClr>
                </a:solidFill>
              </a:rPr>
              <a:t>July </a:t>
            </a:r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5" name="Picture 4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9BAA6734-4284-8355-AC1B-15D8D1FB7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225" y="661987"/>
            <a:ext cx="8478644" cy="59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b="1" dirty="0"/>
              <a:t>🚨</a:t>
            </a:r>
            <a:r>
              <a:rPr lang="en-CA" b="1" dirty="0" err="1"/>
              <a:t>root_cause_fdns</a:t>
            </a:r>
            <a:r>
              <a:rPr lang="en-CA" b="1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b="1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b="1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904" y="4257040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multi-model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Two Agents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One Agent uses tools to research the alarms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Another Agent to do the RCA</a:t>
            </a:r>
          </a:p>
          <a:p>
            <a:r>
              <a:rPr lang="en-US" dirty="0">
                <a:cs typeface="Courier New" panose="02070309020205020404" pitchFamily="49" charset="0"/>
              </a:rPr>
              <a:t>v7 -&gt; </a:t>
            </a:r>
            <a:r>
              <a:rPr lang="en-US" b="1" dirty="0">
                <a:cs typeface="Courier New" panose="02070309020205020404" pitchFamily="49" charset="0"/>
              </a:rPr>
              <a:t>v8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Store tools outputs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To improve </a:t>
            </a:r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DCF4-9F1C-17E8-674F-A18FA838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A4138-D325-C7AC-9799-AC6410F2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27A61-F89B-D2D8-BA88-2E7F7588A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010942" cy="4593828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Multi-Process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Refactor</a:t>
            </a:r>
            <a:r>
              <a:rPr lang="en-US" dirty="0">
                <a:cs typeface="Courier New" panose="02070309020205020404" pitchFamily="49" charset="0"/>
              </a:rPr>
              <a:t> to solve Windows </a:t>
            </a:r>
            <a:r>
              <a:rPr lang="en-US" i="1" dirty="0">
                <a:cs typeface="Courier New" panose="02070309020205020404" pitchFamily="49" charset="0"/>
              </a:rPr>
              <a:t>Pickle</a:t>
            </a:r>
            <a:r>
              <a:rPr lang="en-US" dirty="0">
                <a:cs typeface="Courier New" panose="02070309020205020404" pitchFamily="49" charset="0"/>
              </a:rPr>
              <a:t> issues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message-bus</a:t>
            </a:r>
          </a:p>
          <a:p>
            <a:r>
              <a:rPr lang="en-US" dirty="0">
                <a:cs typeface="Courier New" panose="02070309020205020404" pitchFamily="49" charset="0"/>
              </a:rPr>
              <a:t>Memory</a:t>
            </a:r>
          </a:p>
          <a:p>
            <a:pPr lvl="1"/>
            <a:r>
              <a:rPr lang="en-US" b="1" dirty="0"/>
              <a:t>Utilize</a:t>
            </a:r>
            <a:r>
              <a:rPr lang="en-US" dirty="0"/>
              <a:t>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596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Solutions: </a:t>
            </a:r>
          </a:p>
          <a:p>
            <a:pPr lvl="4"/>
            <a:r>
              <a:rPr lang="en-US" i="1" dirty="0"/>
              <a:t>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</a:p>
          <a:p>
            <a:pPr marL="0" lvl="4" indent="0">
              <a:buNone/>
            </a:pPr>
            <a:r>
              <a:rPr lang="en-US" sz="400" b="1" dirty="0"/>
              <a:t>	</a:t>
            </a:r>
            <a:r>
              <a:rPr lang="en-US" b="1" dirty="0"/>
              <a:t>OR</a:t>
            </a:r>
          </a:p>
          <a:p>
            <a:pPr lvl="4"/>
            <a:r>
              <a:rPr lang="en-US" dirty="0"/>
              <a:t>Utilize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 </a:t>
            </a:r>
          </a:p>
        </p:txBody>
      </p:sp>
      <p:pic>
        <p:nvPicPr>
          <p:cNvPr id="4" name="Picture 3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EA7CE54B-6ED9-09AA-3329-3EB71BCD44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1304" y="5039634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Network object troubleshooting flow/use-case</a:t>
            </a:r>
          </a:p>
          <a:p>
            <a:pPr lvl="1"/>
            <a:r>
              <a:rPr lang="en-US" sz="1200" dirty="0">
                <a:cs typeface="Courier New" panose="02070309020205020404" pitchFamily="49" charset="0"/>
                <a:hlinkClick r:id="rId3"/>
              </a:rPr>
              <a:t>https://confluence.ext.net.nokia.com/display/~rpirbhai/How+to+Make+Sense+of+Failures+and+Alarms+in+Your+Network</a:t>
            </a:r>
            <a:endParaRPr lang="en-US" sz="1200" dirty="0"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Enhance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: Handle parallel NE chains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25597</TotalTime>
  <Words>2404</Words>
  <Application>Microsoft Office PowerPoint</Application>
  <PresentationFormat>Widescreen</PresentationFormat>
  <Paragraphs>153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Courier New</vt:lpstr>
      <vt:lpstr>Neue Haas Grotesk Text Pro</vt:lpstr>
      <vt:lpstr>VanillaVTI</vt:lpstr>
      <vt:lpstr> NSP Alarms GenAI  RCA Agent v8+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3</vt:lpstr>
      <vt:lpstr>Continuous Improvement Slide 2 of 3</vt:lpstr>
      <vt:lpstr>Continuous Improvement Slide 3 of 3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161</cp:revision>
  <dcterms:created xsi:type="dcterms:W3CDTF">2025-05-16T21:04:11Z</dcterms:created>
  <dcterms:modified xsi:type="dcterms:W3CDTF">2025-07-08T15:07:33Z</dcterms:modified>
</cp:coreProperties>
</file>